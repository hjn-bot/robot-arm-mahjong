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  <p:sldMasterId id="2147483673" r:id="rId6"/>
  </p:sldMasterIdLst>
  <p:notesMasterIdLst>
    <p:notesMasterId r:id="rId11"/>
  </p:notesMasterIdLst>
  <p:handoutMasterIdLst>
    <p:handoutMasterId r:id="rId12"/>
  </p:handoutMasterIdLst>
  <p:sldIdLst>
    <p:sldId id="887" r:id="rId7"/>
    <p:sldId id="892" r:id="rId18"/>
    <p:sldId id="893" r:id="rId19"/>
    <p:sldId id="894" r:id="rId20"/>
    <p:sldId id="895" r:id="rId21"/>
    <p:sldId id="896" r:id="rId22"/>
    <p:sldId id="897" r:id="rId23"/>
    <p:sldId id="898" r:id="rId24"/>
    <p:sldId id="890" r:id="rId8"/>
  </p:sldIdLst>
  <p:sldSz cx="10167938" cy="5719763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2" userDrawn="1">
          <p15:clr>
            <a:srgbClr val="A4A3A4"/>
          </p15:clr>
        </p15:guide>
        <p15:guide id="2" pos="3131" userDrawn="1">
          <p15:clr>
            <a:srgbClr val="A4A3A4"/>
          </p15:clr>
        </p15:guide>
        <p15:guide id="3" pos="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DFBC"/>
    <a:srgbClr val="ABE9FF"/>
    <a:srgbClr val="61D6FF"/>
    <a:srgbClr val="D9C6A7"/>
    <a:srgbClr val="B8FEFE"/>
    <a:srgbClr val="80A2FD"/>
    <a:srgbClr val="B7FFFE"/>
    <a:srgbClr val="C3A778"/>
    <a:srgbClr val="99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25"/>
    <p:restoredTop sz="92130" autoAdjust="0"/>
  </p:normalViewPr>
  <p:slideViewPr>
    <p:cSldViewPr showGuides="1">
      <p:cViewPr varScale="1">
        <p:scale>
          <a:sx n="81" d="100"/>
          <a:sy n="81" d="100"/>
        </p:scale>
        <p:origin x="400" y="84"/>
      </p:cViewPr>
      <p:guideLst>
        <p:guide orient="horz" pos="1792"/>
        <p:guide pos="3131"/>
        <p:guide pos="3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56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4" Type="http://schemas.openxmlformats.org/officeDocument/2006/relationships/presProps" Target="presProps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0992" y="936626"/>
            <a:ext cx="7625954" cy="1990725"/>
          </a:xfrm>
        </p:spPr>
        <p:txBody>
          <a:bodyPr anchor="b"/>
          <a:lstStyle>
            <a:lvl1pPr algn="ctr">
              <a:defRPr sz="667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70992" y="3003551"/>
            <a:ext cx="7625954" cy="1381125"/>
          </a:xfrm>
        </p:spPr>
        <p:txBody>
          <a:bodyPr/>
          <a:lstStyle>
            <a:lvl1pPr marL="0" indent="0" algn="ctr">
              <a:buNone/>
              <a:defRPr sz="2670"/>
            </a:lvl1pPr>
            <a:lvl2pPr marL="508635" indent="0" algn="ctr">
              <a:buNone/>
              <a:defRPr sz="2225"/>
            </a:lvl2pPr>
            <a:lvl3pPr marL="1016635" indent="0" algn="ctr">
              <a:buNone/>
              <a:defRPr sz="2000"/>
            </a:lvl3pPr>
            <a:lvl4pPr marL="1525270" indent="0" algn="ctr">
              <a:buNone/>
              <a:defRPr sz="1780"/>
            </a:lvl4pPr>
            <a:lvl5pPr marL="2033905" indent="0" algn="ctr">
              <a:buNone/>
              <a:defRPr sz="1780"/>
            </a:lvl5pPr>
            <a:lvl6pPr marL="2541905" indent="0" algn="ctr">
              <a:buNone/>
              <a:defRPr sz="1780"/>
            </a:lvl6pPr>
            <a:lvl7pPr marL="3050540" indent="0" algn="ctr">
              <a:buNone/>
              <a:defRPr sz="1780"/>
            </a:lvl7pPr>
            <a:lvl8pPr marL="3558540" indent="0" algn="ctr">
              <a:buNone/>
              <a:defRPr sz="1780"/>
            </a:lvl8pPr>
            <a:lvl9pPr marL="4067175" indent="0" algn="ctr">
              <a:buNone/>
              <a:defRPr sz="178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3750" y="1425576"/>
            <a:ext cx="8769847" cy="2379663"/>
          </a:xfrm>
        </p:spPr>
        <p:txBody>
          <a:bodyPr anchor="b"/>
          <a:lstStyle>
            <a:lvl1pPr>
              <a:defRPr sz="667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3750" y="3827463"/>
            <a:ext cx="8769847" cy="1250950"/>
          </a:xfrm>
        </p:spPr>
        <p:txBody>
          <a:bodyPr/>
          <a:lstStyle>
            <a:lvl1pPr marL="0" indent="0">
              <a:buNone/>
              <a:defRPr sz="2670">
                <a:solidFill>
                  <a:schemeClr val="tx1">
                    <a:tint val="82000"/>
                  </a:schemeClr>
                </a:solidFill>
              </a:defRPr>
            </a:lvl1pPr>
            <a:lvl2pPr marL="508635" indent="0">
              <a:buNone/>
              <a:defRPr sz="2225">
                <a:solidFill>
                  <a:schemeClr val="tx1">
                    <a:tint val="82000"/>
                  </a:schemeClr>
                </a:solidFill>
              </a:defRPr>
            </a:lvl2pPr>
            <a:lvl3pPr marL="1016635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3pPr>
            <a:lvl4pPr marL="1525270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4pPr>
            <a:lvl5pPr marL="2033905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5pPr>
            <a:lvl6pPr marL="2541905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6pPr>
            <a:lvl7pPr marL="3050540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7pPr>
            <a:lvl8pPr marL="3558540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8pPr>
            <a:lvl9pPr marL="4067175" indent="0">
              <a:buNone/>
              <a:defRPr sz="1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9046" y="1522414"/>
            <a:ext cx="4300190" cy="3629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8702" y="1522414"/>
            <a:ext cx="4300190" cy="3629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811" y="304800"/>
            <a:ext cx="8769847" cy="11049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0812" y="1401764"/>
            <a:ext cx="4301955" cy="687387"/>
          </a:xfrm>
        </p:spPr>
        <p:txBody>
          <a:bodyPr anchor="b"/>
          <a:lstStyle>
            <a:lvl1pPr marL="0" indent="0">
              <a:buNone/>
              <a:defRPr sz="2670" b="1"/>
            </a:lvl1pPr>
            <a:lvl2pPr marL="508635" indent="0">
              <a:buNone/>
              <a:defRPr sz="2225" b="1"/>
            </a:lvl2pPr>
            <a:lvl3pPr marL="1016635" indent="0">
              <a:buNone/>
              <a:defRPr sz="2000" b="1"/>
            </a:lvl3pPr>
            <a:lvl4pPr marL="1525270" indent="0">
              <a:buNone/>
              <a:defRPr sz="1780" b="1"/>
            </a:lvl4pPr>
            <a:lvl5pPr marL="2033905" indent="0">
              <a:buNone/>
              <a:defRPr sz="1780" b="1"/>
            </a:lvl5pPr>
            <a:lvl6pPr marL="2541905" indent="0">
              <a:buNone/>
              <a:defRPr sz="1780" b="1"/>
            </a:lvl6pPr>
            <a:lvl7pPr marL="3050540" indent="0">
              <a:buNone/>
              <a:defRPr sz="1780" b="1"/>
            </a:lvl7pPr>
            <a:lvl8pPr marL="3558540" indent="0">
              <a:buNone/>
              <a:defRPr sz="1780" b="1"/>
            </a:lvl8pPr>
            <a:lvl9pPr marL="4067175" indent="0">
              <a:buNone/>
              <a:defRPr sz="1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00812" y="2089150"/>
            <a:ext cx="4301955" cy="3073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47519" y="1401764"/>
            <a:ext cx="4323139" cy="687387"/>
          </a:xfrm>
        </p:spPr>
        <p:txBody>
          <a:bodyPr anchor="b"/>
          <a:lstStyle>
            <a:lvl1pPr marL="0" indent="0">
              <a:buNone/>
              <a:defRPr sz="2670" b="1"/>
            </a:lvl1pPr>
            <a:lvl2pPr marL="508635" indent="0">
              <a:buNone/>
              <a:defRPr sz="2225" b="1"/>
            </a:lvl2pPr>
            <a:lvl3pPr marL="1016635" indent="0">
              <a:buNone/>
              <a:defRPr sz="2000" b="1"/>
            </a:lvl3pPr>
            <a:lvl4pPr marL="1525270" indent="0">
              <a:buNone/>
              <a:defRPr sz="1780" b="1"/>
            </a:lvl4pPr>
            <a:lvl5pPr marL="2033905" indent="0">
              <a:buNone/>
              <a:defRPr sz="1780" b="1"/>
            </a:lvl5pPr>
            <a:lvl6pPr marL="2541905" indent="0">
              <a:buNone/>
              <a:defRPr sz="1780" b="1"/>
            </a:lvl6pPr>
            <a:lvl7pPr marL="3050540" indent="0">
              <a:buNone/>
              <a:defRPr sz="1780" b="1"/>
            </a:lvl7pPr>
            <a:lvl8pPr marL="3558540" indent="0">
              <a:buNone/>
              <a:defRPr sz="1780" b="1"/>
            </a:lvl8pPr>
            <a:lvl9pPr marL="4067175" indent="0">
              <a:buNone/>
              <a:defRPr sz="1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47519" y="2089150"/>
            <a:ext cx="4323139" cy="3073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812" y="381000"/>
            <a:ext cx="3279866" cy="1335088"/>
          </a:xfrm>
        </p:spPr>
        <p:txBody>
          <a:bodyPr anchor="b"/>
          <a:lstStyle>
            <a:lvl1pPr>
              <a:defRPr sz="356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3139" y="823913"/>
            <a:ext cx="5147519" cy="4064000"/>
          </a:xfrm>
        </p:spPr>
        <p:txBody>
          <a:bodyPr/>
          <a:lstStyle>
            <a:lvl1pPr>
              <a:defRPr sz="3560"/>
            </a:lvl1pPr>
            <a:lvl2pPr>
              <a:defRPr sz="3115"/>
            </a:lvl2pPr>
            <a:lvl3pPr>
              <a:defRPr sz="2670"/>
            </a:lvl3pPr>
            <a:lvl4pPr>
              <a:defRPr sz="2225"/>
            </a:lvl4pPr>
            <a:lvl5pPr>
              <a:defRPr sz="2225"/>
            </a:lvl5pPr>
            <a:lvl6pPr>
              <a:defRPr sz="2225"/>
            </a:lvl6pPr>
            <a:lvl7pPr>
              <a:defRPr sz="2225"/>
            </a:lvl7pPr>
            <a:lvl8pPr>
              <a:defRPr sz="2225"/>
            </a:lvl8pPr>
            <a:lvl9pPr>
              <a:defRPr sz="22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0812" y="1716088"/>
            <a:ext cx="3279866" cy="3178175"/>
          </a:xfrm>
        </p:spPr>
        <p:txBody>
          <a:bodyPr/>
          <a:lstStyle>
            <a:lvl1pPr marL="0" indent="0">
              <a:buNone/>
              <a:defRPr sz="1780"/>
            </a:lvl1pPr>
            <a:lvl2pPr marL="508635" indent="0">
              <a:buNone/>
              <a:defRPr sz="1555"/>
            </a:lvl2pPr>
            <a:lvl3pPr marL="1016635" indent="0">
              <a:buNone/>
              <a:defRPr sz="1335"/>
            </a:lvl3pPr>
            <a:lvl4pPr marL="1525270" indent="0">
              <a:buNone/>
              <a:defRPr sz="1110"/>
            </a:lvl4pPr>
            <a:lvl5pPr marL="2033905" indent="0">
              <a:buNone/>
              <a:defRPr sz="1110"/>
            </a:lvl5pPr>
            <a:lvl6pPr marL="2541905" indent="0">
              <a:buNone/>
              <a:defRPr sz="1110"/>
            </a:lvl6pPr>
            <a:lvl7pPr marL="3050540" indent="0">
              <a:buNone/>
              <a:defRPr sz="1110"/>
            </a:lvl7pPr>
            <a:lvl8pPr marL="3558540" indent="0">
              <a:buNone/>
              <a:defRPr sz="1110"/>
            </a:lvl8pPr>
            <a:lvl9pPr marL="4067175" indent="0">
              <a:buNone/>
              <a:defRPr sz="11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812" y="381000"/>
            <a:ext cx="3279866" cy="1335088"/>
          </a:xfrm>
        </p:spPr>
        <p:txBody>
          <a:bodyPr anchor="b"/>
          <a:lstStyle>
            <a:lvl1pPr>
              <a:defRPr sz="356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323139" y="823913"/>
            <a:ext cx="5147519" cy="4064000"/>
          </a:xfrm>
        </p:spPr>
        <p:txBody>
          <a:bodyPr/>
          <a:lstStyle>
            <a:lvl1pPr marL="0" indent="0">
              <a:buNone/>
              <a:defRPr sz="3560"/>
            </a:lvl1pPr>
            <a:lvl2pPr marL="508635" indent="0">
              <a:buNone/>
              <a:defRPr sz="3115"/>
            </a:lvl2pPr>
            <a:lvl3pPr marL="1016635" indent="0">
              <a:buNone/>
              <a:defRPr sz="2670"/>
            </a:lvl3pPr>
            <a:lvl4pPr marL="1525270" indent="0">
              <a:buNone/>
              <a:defRPr sz="2225"/>
            </a:lvl4pPr>
            <a:lvl5pPr marL="2033905" indent="0">
              <a:buNone/>
              <a:defRPr sz="2225"/>
            </a:lvl5pPr>
            <a:lvl6pPr marL="2541905" indent="0">
              <a:buNone/>
              <a:defRPr sz="2225"/>
            </a:lvl6pPr>
            <a:lvl7pPr marL="3050540" indent="0">
              <a:buNone/>
              <a:defRPr sz="2225"/>
            </a:lvl7pPr>
            <a:lvl8pPr marL="3558540" indent="0">
              <a:buNone/>
              <a:defRPr sz="2225"/>
            </a:lvl8pPr>
            <a:lvl9pPr marL="4067175" indent="0">
              <a:buNone/>
              <a:defRPr sz="2225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0812" y="1716088"/>
            <a:ext cx="3279866" cy="3178175"/>
          </a:xfrm>
        </p:spPr>
        <p:txBody>
          <a:bodyPr/>
          <a:lstStyle>
            <a:lvl1pPr marL="0" indent="0">
              <a:buNone/>
              <a:defRPr sz="1780"/>
            </a:lvl1pPr>
            <a:lvl2pPr marL="508635" indent="0">
              <a:buNone/>
              <a:defRPr sz="1555"/>
            </a:lvl2pPr>
            <a:lvl3pPr marL="1016635" indent="0">
              <a:buNone/>
              <a:defRPr sz="1335"/>
            </a:lvl3pPr>
            <a:lvl4pPr marL="1525270" indent="0">
              <a:buNone/>
              <a:defRPr sz="1110"/>
            </a:lvl4pPr>
            <a:lvl5pPr marL="2033905" indent="0">
              <a:buNone/>
              <a:defRPr sz="1110"/>
            </a:lvl5pPr>
            <a:lvl6pPr marL="2541905" indent="0">
              <a:buNone/>
              <a:defRPr sz="1110"/>
            </a:lvl6pPr>
            <a:lvl7pPr marL="3050540" indent="0">
              <a:buNone/>
              <a:defRPr sz="1110"/>
            </a:lvl7pPr>
            <a:lvl8pPr marL="3558540" indent="0">
              <a:buNone/>
              <a:defRPr sz="1110"/>
            </a:lvl8pPr>
            <a:lvl9pPr marL="4067175" indent="0">
              <a:buNone/>
              <a:defRPr sz="11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76431" y="304800"/>
            <a:ext cx="2192462" cy="48466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9046" y="304800"/>
            <a:ext cx="6407919" cy="48466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992" y="936082"/>
            <a:ext cx="7625954" cy="1991325"/>
          </a:xfrm>
        </p:spPr>
        <p:txBody>
          <a:bodyPr anchor="b"/>
          <a:lstStyle>
            <a:lvl1pPr algn="ctr">
              <a:defRPr sz="50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992" y="3004200"/>
            <a:ext cx="7625954" cy="138095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1000" indent="0" algn="ctr">
              <a:buNone/>
              <a:defRPr sz="1670"/>
            </a:lvl2pPr>
            <a:lvl3pPr marL="762635" indent="0" algn="ctr">
              <a:buNone/>
              <a:defRPr sz="1500"/>
            </a:lvl3pPr>
            <a:lvl4pPr marL="1143635" indent="0" algn="ctr">
              <a:buNone/>
              <a:defRPr sz="1335"/>
            </a:lvl4pPr>
            <a:lvl5pPr marL="1525270" indent="0" algn="ctr">
              <a:buNone/>
              <a:defRPr sz="1335"/>
            </a:lvl5pPr>
            <a:lvl6pPr marL="1906270" indent="0" algn="ctr">
              <a:buNone/>
              <a:defRPr sz="1335"/>
            </a:lvl6pPr>
            <a:lvl7pPr marL="2287905" indent="0" algn="ctr">
              <a:buNone/>
              <a:defRPr sz="1335"/>
            </a:lvl7pPr>
            <a:lvl8pPr marL="2668905" indent="0" algn="ctr">
              <a:buNone/>
              <a:defRPr sz="1335"/>
            </a:lvl8pPr>
            <a:lvl9pPr marL="3050540" indent="0" algn="ctr">
              <a:buNone/>
              <a:defRPr sz="13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50" y="1425970"/>
            <a:ext cx="8769847" cy="2379262"/>
          </a:xfrm>
        </p:spPr>
        <p:txBody>
          <a:bodyPr anchor="b"/>
          <a:lstStyle>
            <a:lvl1pPr>
              <a:defRPr sz="50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50" y="3827740"/>
            <a:ext cx="8769847" cy="1251198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81000" indent="0">
              <a:buNone/>
              <a:defRPr sz="1670">
                <a:solidFill>
                  <a:schemeClr val="tx1">
                    <a:tint val="75000"/>
                  </a:schemeClr>
                </a:solidFill>
              </a:defRPr>
            </a:lvl2pPr>
            <a:lvl3pPr marL="7626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3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5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6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7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8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5054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9046" y="1522622"/>
            <a:ext cx="4321374" cy="3629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7518" y="1522622"/>
            <a:ext cx="4321374" cy="3629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370" y="304525"/>
            <a:ext cx="8769847" cy="1105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371" y="1402137"/>
            <a:ext cx="4301514" cy="687166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3635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270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8905" indent="0">
              <a:buNone/>
              <a:defRPr sz="1335" b="1"/>
            </a:lvl8pPr>
            <a:lvl9pPr marL="3050540" indent="0">
              <a:buNone/>
              <a:defRPr sz="13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0371" y="2089302"/>
            <a:ext cx="4301514" cy="30730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7519" y="1402137"/>
            <a:ext cx="4322698" cy="687166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3635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270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8905" indent="0">
              <a:buNone/>
              <a:defRPr sz="1335" b="1"/>
            </a:lvl8pPr>
            <a:lvl9pPr marL="3050540" indent="0">
              <a:buNone/>
              <a:defRPr sz="13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7519" y="2089302"/>
            <a:ext cx="4322698" cy="30730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371" y="381318"/>
            <a:ext cx="3279424" cy="1334611"/>
          </a:xfrm>
        </p:spPr>
        <p:txBody>
          <a:bodyPr anchor="b"/>
          <a:lstStyle>
            <a:lvl1pPr>
              <a:defRPr sz="2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2698" y="823540"/>
            <a:ext cx="5147519" cy="4064739"/>
          </a:xfrm>
        </p:spPr>
        <p:txBody>
          <a:bodyPr/>
          <a:lstStyle>
            <a:lvl1pPr>
              <a:defRPr sz="2670"/>
            </a:lvl1pPr>
            <a:lvl2pPr>
              <a:defRPr sz="2335"/>
            </a:lvl2pPr>
            <a:lvl3pPr>
              <a:defRPr sz="2000"/>
            </a:lvl3pPr>
            <a:lvl4pPr>
              <a:defRPr sz="1670"/>
            </a:lvl4pPr>
            <a:lvl5pPr>
              <a:defRPr sz="1670"/>
            </a:lvl5pPr>
            <a:lvl6pPr>
              <a:defRPr sz="1670"/>
            </a:lvl6pPr>
            <a:lvl7pPr>
              <a:defRPr sz="1670"/>
            </a:lvl7pPr>
            <a:lvl8pPr>
              <a:defRPr sz="1670"/>
            </a:lvl8pPr>
            <a:lvl9pPr>
              <a:defRPr sz="167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0371" y="1715929"/>
            <a:ext cx="3279424" cy="3178971"/>
          </a:xfrm>
        </p:spPr>
        <p:txBody>
          <a:bodyPr/>
          <a:lstStyle>
            <a:lvl1pPr marL="0" indent="0">
              <a:buNone/>
              <a:defRPr sz="1335"/>
            </a:lvl1pPr>
            <a:lvl2pPr marL="381000" indent="0">
              <a:buNone/>
              <a:defRPr sz="1170"/>
            </a:lvl2pPr>
            <a:lvl3pPr marL="762635" indent="0">
              <a:buNone/>
              <a:defRPr sz="1000"/>
            </a:lvl3pPr>
            <a:lvl4pPr marL="1143635" indent="0">
              <a:buNone/>
              <a:defRPr sz="835"/>
            </a:lvl4pPr>
            <a:lvl5pPr marL="1525270" indent="0">
              <a:buNone/>
              <a:defRPr sz="835"/>
            </a:lvl5pPr>
            <a:lvl6pPr marL="1906270" indent="0">
              <a:buNone/>
              <a:defRPr sz="835"/>
            </a:lvl6pPr>
            <a:lvl7pPr marL="2287905" indent="0">
              <a:buNone/>
              <a:defRPr sz="835"/>
            </a:lvl7pPr>
            <a:lvl8pPr marL="2668905" indent="0">
              <a:buNone/>
              <a:defRPr sz="835"/>
            </a:lvl8pPr>
            <a:lvl9pPr marL="3050540" indent="0">
              <a:buNone/>
              <a:defRPr sz="8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371" y="381318"/>
            <a:ext cx="3279424" cy="1334611"/>
          </a:xfrm>
        </p:spPr>
        <p:txBody>
          <a:bodyPr anchor="b"/>
          <a:lstStyle>
            <a:lvl1pPr>
              <a:defRPr sz="2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22698" y="823540"/>
            <a:ext cx="5147519" cy="4064739"/>
          </a:xfrm>
        </p:spPr>
        <p:txBody>
          <a:bodyPr anchor="t"/>
          <a:lstStyle>
            <a:lvl1pPr marL="0" indent="0">
              <a:buNone/>
              <a:defRPr sz="2670"/>
            </a:lvl1pPr>
            <a:lvl2pPr marL="381000" indent="0">
              <a:buNone/>
              <a:defRPr sz="2335"/>
            </a:lvl2pPr>
            <a:lvl3pPr marL="762635" indent="0">
              <a:buNone/>
              <a:defRPr sz="2000"/>
            </a:lvl3pPr>
            <a:lvl4pPr marL="1143635" indent="0">
              <a:buNone/>
              <a:defRPr sz="1670"/>
            </a:lvl4pPr>
            <a:lvl5pPr marL="1525270" indent="0">
              <a:buNone/>
              <a:defRPr sz="1670"/>
            </a:lvl5pPr>
            <a:lvl6pPr marL="1906270" indent="0">
              <a:buNone/>
              <a:defRPr sz="1670"/>
            </a:lvl6pPr>
            <a:lvl7pPr marL="2287905" indent="0">
              <a:buNone/>
              <a:defRPr sz="1670"/>
            </a:lvl7pPr>
            <a:lvl8pPr marL="2668905" indent="0">
              <a:buNone/>
              <a:defRPr sz="1670"/>
            </a:lvl8pPr>
            <a:lvl9pPr marL="3050540" indent="0">
              <a:buNone/>
              <a:defRPr sz="167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0371" y="1715929"/>
            <a:ext cx="3279424" cy="3178971"/>
          </a:xfrm>
        </p:spPr>
        <p:txBody>
          <a:bodyPr/>
          <a:lstStyle>
            <a:lvl1pPr marL="0" indent="0">
              <a:buNone/>
              <a:defRPr sz="1335"/>
            </a:lvl1pPr>
            <a:lvl2pPr marL="381000" indent="0">
              <a:buNone/>
              <a:defRPr sz="1170"/>
            </a:lvl2pPr>
            <a:lvl3pPr marL="762635" indent="0">
              <a:buNone/>
              <a:defRPr sz="1000"/>
            </a:lvl3pPr>
            <a:lvl4pPr marL="1143635" indent="0">
              <a:buNone/>
              <a:defRPr sz="835"/>
            </a:lvl4pPr>
            <a:lvl5pPr marL="1525270" indent="0">
              <a:buNone/>
              <a:defRPr sz="835"/>
            </a:lvl5pPr>
            <a:lvl6pPr marL="1906270" indent="0">
              <a:buNone/>
              <a:defRPr sz="835"/>
            </a:lvl6pPr>
            <a:lvl7pPr marL="2287905" indent="0">
              <a:buNone/>
              <a:defRPr sz="835"/>
            </a:lvl7pPr>
            <a:lvl8pPr marL="2668905" indent="0">
              <a:buNone/>
              <a:defRPr sz="835"/>
            </a:lvl8pPr>
            <a:lvl9pPr marL="3050540" indent="0">
              <a:buNone/>
              <a:defRPr sz="83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76430" y="304524"/>
            <a:ext cx="2192462" cy="48472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9046" y="304524"/>
            <a:ext cx="6450286" cy="48472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5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7229" b="2875"/>
          <a:stretch>
            <a:fillRect/>
          </a:stretch>
        </p:blipFill>
        <p:spPr bwMode="auto">
          <a:xfrm>
            <a:off x="0" y="0"/>
            <a:ext cx="10167938" cy="57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黑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4.jpg"/>
          <p:cNvPicPr>
            <a:picLocks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t="94" r="-30" b="817"/>
          <a:stretch>
            <a:fillRect/>
          </a:stretch>
        </p:blipFill>
        <p:spPr bwMode="auto">
          <a:xfrm>
            <a:off x="0" y="-127590"/>
            <a:ext cx="10167938" cy="594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596" y="1777522"/>
            <a:ext cx="8642747" cy="12265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5191" y="3242452"/>
            <a:ext cx="7117557" cy="14622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8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7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5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4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1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9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7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3197" y="3676900"/>
            <a:ext cx="8642747" cy="1136448"/>
          </a:xfrm>
        </p:spPr>
        <p:txBody>
          <a:bodyPr anchor="t"/>
          <a:lstStyle>
            <a:lvl1pPr algn="l">
              <a:defRPr sz="44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3197" y="2425218"/>
            <a:ext cx="8642747" cy="1251681"/>
          </a:xfrm>
        </p:spPr>
        <p:txBody>
          <a:bodyPr anchor="b"/>
          <a:lstStyle>
            <a:lvl1pPr marL="0" indent="0">
              <a:buNone/>
              <a:defRPr sz="2225">
                <a:solidFill>
                  <a:schemeClr val="tx1">
                    <a:tint val="75000"/>
                  </a:schemeClr>
                </a:solidFill>
              </a:defRPr>
            </a:lvl1pPr>
            <a:lvl2pPr marL="50863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7270" indent="0">
              <a:buNone/>
              <a:defRPr sz="1780">
                <a:solidFill>
                  <a:schemeClr val="tx1">
                    <a:tint val="75000"/>
                  </a:schemeClr>
                </a:solidFill>
              </a:defRPr>
            </a:lvl3pPr>
            <a:lvl4pPr marL="1525270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4pPr>
            <a:lvl5pPr marL="2034540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5pPr>
            <a:lvl6pPr marL="2542540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6pPr>
            <a:lvl7pPr marL="3051175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7pPr>
            <a:lvl8pPr marL="3559810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8pPr>
            <a:lvl9pPr marL="4067810" indent="0">
              <a:buNone/>
              <a:defRPr sz="15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8397" y="1335129"/>
            <a:ext cx="4490839" cy="3776239"/>
          </a:xfrm>
        </p:spPr>
        <p:txBody>
          <a:bodyPr/>
          <a:lstStyle>
            <a:lvl1pPr>
              <a:defRPr sz="3115"/>
            </a:lvl1pPr>
            <a:lvl2pPr>
              <a:defRPr sz="2670"/>
            </a:lvl2pPr>
            <a:lvl3pPr>
              <a:defRPr sz="2225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8702" y="1335129"/>
            <a:ext cx="4490839" cy="3776239"/>
          </a:xfrm>
        </p:spPr>
        <p:txBody>
          <a:bodyPr/>
          <a:lstStyle>
            <a:lvl1pPr>
              <a:defRPr sz="3115"/>
            </a:lvl1pPr>
            <a:lvl2pPr>
              <a:defRPr sz="2670"/>
            </a:lvl2pPr>
            <a:lvl3pPr>
              <a:defRPr sz="2225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397" y="1280823"/>
            <a:ext cx="4492605" cy="533786"/>
          </a:xfrm>
        </p:spPr>
        <p:txBody>
          <a:bodyPr anchor="b"/>
          <a:lstStyle>
            <a:lvl1pPr marL="0" indent="0">
              <a:buNone/>
              <a:defRPr sz="2670" b="1"/>
            </a:lvl1pPr>
            <a:lvl2pPr marL="508635" indent="0">
              <a:buNone/>
              <a:defRPr sz="2225" b="1"/>
            </a:lvl2pPr>
            <a:lvl3pPr marL="1017270" indent="0">
              <a:buNone/>
              <a:defRPr sz="2000" b="1"/>
            </a:lvl3pPr>
            <a:lvl4pPr marL="1525270" indent="0">
              <a:buNone/>
              <a:defRPr sz="1780" b="1"/>
            </a:lvl4pPr>
            <a:lvl5pPr marL="2034540" indent="0">
              <a:buNone/>
              <a:defRPr sz="1780" b="1"/>
            </a:lvl5pPr>
            <a:lvl6pPr marL="2542540" indent="0">
              <a:buNone/>
              <a:defRPr sz="1780" b="1"/>
            </a:lvl6pPr>
            <a:lvl7pPr marL="3051175" indent="0">
              <a:buNone/>
              <a:defRPr sz="1780" b="1"/>
            </a:lvl7pPr>
            <a:lvl8pPr marL="3559810" indent="0">
              <a:buNone/>
              <a:defRPr sz="1780" b="1"/>
            </a:lvl8pPr>
            <a:lvl9pPr marL="4067810" indent="0">
              <a:buNone/>
              <a:defRPr sz="1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397" y="1814607"/>
            <a:ext cx="4492605" cy="3296758"/>
          </a:xfrm>
        </p:spPr>
        <p:txBody>
          <a:bodyPr/>
          <a:lstStyle>
            <a:lvl1pPr>
              <a:defRPr sz="2670"/>
            </a:lvl1pPr>
            <a:lvl2pPr>
              <a:defRPr sz="2225"/>
            </a:lvl2pPr>
            <a:lvl3pPr>
              <a:defRPr sz="2000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5173" y="1280823"/>
            <a:ext cx="4494370" cy="533786"/>
          </a:xfrm>
        </p:spPr>
        <p:txBody>
          <a:bodyPr anchor="b"/>
          <a:lstStyle>
            <a:lvl1pPr marL="0" indent="0">
              <a:buNone/>
              <a:defRPr sz="2670" b="1"/>
            </a:lvl1pPr>
            <a:lvl2pPr marL="508635" indent="0">
              <a:buNone/>
              <a:defRPr sz="2225" b="1"/>
            </a:lvl2pPr>
            <a:lvl3pPr marL="1017270" indent="0">
              <a:buNone/>
              <a:defRPr sz="2000" b="1"/>
            </a:lvl3pPr>
            <a:lvl4pPr marL="1525270" indent="0">
              <a:buNone/>
              <a:defRPr sz="1780" b="1"/>
            </a:lvl4pPr>
            <a:lvl5pPr marL="2034540" indent="0">
              <a:buNone/>
              <a:defRPr sz="1780" b="1"/>
            </a:lvl5pPr>
            <a:lvl6pPr marL="2542540" indent="0">
              <a:buNone/>
              <a:defRPr sz="1780" b="1"/>
            </a:lvl6pPr>
            <a:lvl7pPr marL="3051175" indent="0">
              <a:buNone/>
              <a:defRPr sz="1780" b="1"/>
            </a:lvl7pPr>
            <a:lvl8pPr marL="3559810" indent="0">
              <a:buNone/>
              <a:defRPr sz="1780" b="1"/>
            </a:lvl8pPr>
            <a:lvl9pPr marL="4067810" indent="0">
              <a:buNone/>
              <a:defRPr sz="1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5173" y="1814607"/>
            <a:ext cx="4494370" cy="3296758"/>
          </a:xfrm>
        </p:spPr>
        <p:txBody>
          <a:bodyPr/>
          <a:lstStyle>
            <a:lvl1pPr>
              <a:defRPr sz="2670"/>
            </a:lvl1pPr>
            <a:lvl2pPr>
              <a:defRPr sz="2225"/>
            </a:lvl2pPr>
            <a:lvl3pPr>
              <a:defRPr sz="2000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398" y="227818"/>
            <a:ext cx="3345182" cy="969558"/>
          </a:xfrm>
        </p:spPr>
        <p:txBody>
          <a:bodyPr anchor="b"/>
          <a:lstStyle>
            <a:lvl1pPr algn="l">
              <a:defRPr sz="22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5381" y="227819"/>
            <a:ext cx="5684160" cy="4883546"/>
          </a:xfrm>
        </p:spPr>
        <p:txBody>
          <a:bodyPr/>
          <a:lstStyle>
            <a:lvl1pPr>
              <a:defRPr sz="3560"/>
            </a:lvl1pPr>
            <a:lvl2pPr>
              <a:defRPr sz="3115"/>
            </a:lvl2pPr>
            <a:lvl3pPr>
              <a:defRPr sz="2670"/>
            </a:lvl3pPr>
            <a:lvl4pPr>
              <a:defRPr sz="2225"/>
            </a:lvl4pPr>
            <a:lvl5pPr>
              <a:defRPr sz="2225"/>
            </a:lvl5pPr>
            <a:lvl6pPr>
              <a:defRPr sz="2225"/>
            </a:lvl6pPr>
            <a:lvl7pPr>
              <a:defRPr sz="2225"/>
            </a:lvl7pPr>
            <a:lvl8pPr>
              <a:defRPr sz="2225"/>
            </a:lvl8pPr>
            <a:lvl9pPr>
              <a:defRPr sz="22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398" y="1197378"/>
            <a:ext cx="3345182" cy="3913990"/>
          </a:xfrm>
        </p:spPr>
        <p:txBody>
          <a:bodyPr/>
          <a:lstStyle>
            <a:lvl1pPr marL="0" indent="0">
              <a:buNone/>
              <a:defRPr sz="1555"/>
            </a:lvl1pPr>
            <a:lvl2pPr marL="508635" indent="0">
              <a:buNone/>
              <a:defRPr sz="1335"/>
            </a:lvl2pPr>
            <a:lvl3pPr marL="1017270" indent="0">
              <a:buNone/>
              <a:defRPr sz="1110"/>
            </a:lvl3pPr>
            <a:lvl4pPr marL="1525270" indent="0">
              <a:buNone/>
              <a:defRPr sz="1000"/>
            </a:lvl4pPr>
            <a:lvl5pPr marL="2034540" indent="0">
              <a:buNone/>
              <a:defRPr sz="1000"/>
            </a:lvl5pPr>
            <a:lvl6pPr marL="2542540" indent="0">
              <a:buNone/>
              <a:defRPr sz="1000"/>
            </a:lvl6pPr>
            <a:lvl7pPr marL="3051175" indent="0">
              <a:buNone/>
              <a:defRPr sz="1000"/>
            </a:lvl7pPr>
            <a:lvl8pPr marL="3559810" indent="0">
              <a:buNone/>
              <a:defRPr sz="1000"/>
            </a:lvl8pPr>
            <a:lvl9pPr marL="406781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2987" y="4005382"/>
            <a:ext cx="6100763" cy="472858"/>
          </a:xfrm>
        </p:spPr>
        <p:txBody>
          <a:bodyPr anchor="b"/>
          <a:lstStyle>
            <a:lvl1pPr algn="l">
              <a:defRPr sz="22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2987" y="511270"/>
            <a:ext cx="6100763" cy="3433185"/>
          </a:xfrm>
        </p:spPr>
        <p:txBody>
          <a:bodyPr/>
          <a:lstStyle>
            <a:lvl1pPr marL="0" indent="0">
              <a:buNone/>
              <a:defRPr sz="3560"/>
            </a:lvl1pPr>
            <a:lvl2pPr marL="508635" indent="0">
              <a:buNone/>
              <a:defRPr sz="3115"/>
            </a:lvl2pPr>
            <a:lvl3pPr marL="1017270" indent="0">
              <a:buNone/>
              <a:defRPr sz="2670"/>
            </a:lvl3pPr>
            <a:lvl4pPr marL="1525270" indent="0">
              <a:buNone/>
              <a:defRPr sz="2225"/>
            </a:lvl4pPr>
            <a:lvl5pPr marL="2034540" indent="0">
              <a:buNone/>
              <a:defRPr sz="2225"/>
            </a:lvl5pPr>
            <a:lvl6pPr marL="2542540" indent="0">
              <a:buNone/>
              <a:defRPr sz="2225"/>
            </a:lvl6pPr>
            <a:lvl7pPr marL="3051175" indent="0">
              <a:buNone/>
              <a:defRPr sz="2225"/>
            </a:lvl7pPr>
            <a:lvl8pPr marL="3559810" indent="0">
              <a:buNone/>
              <a:defRPr sz="2225"/>
            </a:lvl8pPr>
            <a:lvl9pPr marL="4067810" indent="0">
              <a:buNone/>
              <a:defRPr sz="22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2987" y="4478239"/>
            <a:ext cx="6100763" cy="671538"/>
          </a:xfrm>
        </p:spPr>
        <p:txBody>
          <a:bodyPr/>
          <a:lstStyle>
            <a:lvl1pPr marL="0" indent="0">
              <a:buNone/>
              <a:defRPr sz="1555"/>
            </a:lvl1pPr>
            <a:lvl2pPr marL="508635" indent="0">
              <a:buNone/>
              <a:defRPr sz="1335"/>
            </a:lvl2pPr>
            <a:lvl3pPr marL="1017270" indent="0">
              <a:buNone/>
              <a:defRPr sz="1110"/>
            </a:lvl3pPr>
            <a:lvl4pPr marL="1525270" indent="0">
              <a:buNone/>
              <a:defRPr sz="1000"/>
            </a:lvl4pPr>
            <a:lvl5pPr marL="2034540" indent="0">
              <a:buNone/>
              <a:defRPr sz="1000"/>
            </a:lvl5pPr>
            <a:lvl6pPr marL="2542540" indent="0">
              <a:buNone/>
              <a:defRPr sz="1000"/>
            </a:lvl6pPr>
            <a:lvl7pPr marL="3051175" indent="0">
              <a:buNone/>
              <a:defRPr sz="1000"/>
            </a:lvl7pPr>
            <a:lvl8pPr marL="3559810" indent="0">
              <a:buNone/>
              <a:defRPr sz="1000"/>
            </a:lvl8pPr>
            <a:lvl9pPr marL="406781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71755" y="229145"/>
            <a:ext cx="2287786" cy="48822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397" y="229145"/>
            <a:ext cx="6693893" cy="48822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_黑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/>
        </p:nvPicPr>
        <p:blipFill>
          <a:blip r:embed="rId2"/>
          <a:srcRect l="1174" t="61" b="932"/>
          <a:stretch>
            <a:fillRect/>
          </a:stretch>
        </p:blipFill>
        <p:spPr>
          <a:xfrm>
            <a:off x="119333" y="3176"/>
            <a:ext cx="10048606" cy="566515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_黑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5" b="-885"/>
          <a:stretch>
            <a:fillRect/>
          </a:stretch>
        </p:blipFill>
        <p:spPr bwMode="auto">
          <a:xfrm>
            <a:off x="0" y="-50640"/>
            <a:ext cx="10360541" cy="5823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黑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67938" cy="572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黑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9046" y="304800"/>
            <a:ext cx="8769847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9046" y="1522414"/>
            <a:ext cx="8769847" cy="3629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99046" y="5300663"/>
            <a:ext cx="2287786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7E06C-989D-4836-AC4E-3F6023D3B28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8130" y="5300663"/>
            <a:ext cx="343167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81106" y="5300663"/>
            <a:ext cx="2287786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47C69-F5A8-461F-9785-20D2266C06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6635" rtl="0" eaLnBrk="1" latinLnBrk="0" hangingPunct="1">
        <a:lnSpc>
          <a:spcPct val="90000"/>
        </a:lnSpc>
        <a:spcBef>
          <a:spcPct val="0"/>
        </a:spcBef>
        <a:buNone/>
        <a:defRPr sz="4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4000" indent="-254000" algn="l" defTabSz="1016635" rtl="0" eaLnBrk="1" latinLnBrk="0" hangingPunct="1">
        <a:lnSpc>
          <a:spcPct val="90000"/>
        </a:lnSpc>
        <a:spcBef>
          <a:spcPts val="111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1pPr>
      <a:lvl2pPr marL="762635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2pPr>
      <a:lvl3pPr marL="1271270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225" kern="1200">
          <a:solidFill>
            <a:schemeClr val="tx1"/>
          </a:solidFill>
          <a:latin typeface="+mn-lt"/>
          <a:ea typeface="+mn-ea"/>
          <a:cs typeface="+mn-cs"/>
        </a:defRPr>
      </a:lvl3pPr>
      <a:lvl4pPr marL="1779270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7905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96540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04540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13175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21175" indent="-254000" algn="l" defTabSz="1016635" rtl="0" eaLnBrk="1" latinLnBrk="0" hangingPunct="1">
        <a:lnSpc>
          <a:spcPct val="90000"/>
        </a:lnSpc>
        <a:spcBef>
          <a:spcPts val="55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635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270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905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1905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540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8540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175" algn="l" defTabSz="10166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9046" y="304525"/>
            <a:ext cx="8769847" cy="1105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046" y="1522622"/>
            <a:ext cx="8769847" cy="362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9046" y="5301374"/>
            <a:ext cx="2287786" cy="304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8130" y="5301374"/>
            <a:ext cx="3431679" cy="304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81106" y="5301374"/>
            <a:ext cx="2287786" cy="304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762635" rtl="0" eaLnBrk="1" latinLnBrk="0" hangingPunct="1">
        <a:lnSpc>
          <a:spcPct val="90000"/>
        </a:lnSpc>
        <a:spcBef>
          <a:spcPct val="0"/>
        </a:spcBef>
        <a:buNone/>
        <a:defRPr sz="3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00" indent="-190500" algn="l" defTabSz="762635" rtl="0" eaLnBrk="1" latinLnBrk="0" hangingPunct="1">
        <a:lnSpc>
          <a:spcPct val="90000"/>
        </a:lnSpc>
        <a:spcBef>
          <a:spcPts val="835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7213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313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33477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577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8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41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8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0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8397" y="229145"/>
            <a:ext cx="9151144" cy="953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397" y="1335129"/>
            <a:ext cx="9151144" cy="3776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08397" y="5303425"/>
            <a:ext cx="2372519" cy="304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F001F-767D-4BBC-8040-F6071E2E52E8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474046" y="5303425"/>
            <a:ext cx="3219847" cy="304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287022" y="5303425"/>
            <a:ext cx="2372519" cy="304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53415-42D0-49E3-B070-38501CBD05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txStyles>
    <p:titleStyle>
      <a:lvl1pPr algn="ctr" defTabSz="1017270" rtl="0" eaLnBrk="1" latinLnBrk="0" hangingPunct="1">
        <a:spcBef>
          <a:spcPct val="0"/>
        </a:spcBef>
        <a:buNone/>
        <a:defRPr sz="4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270" indent="-38227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3560" kern="1200">
          <a:solidFill>
            <a:schemeClr val="tx1"/>
          </a:solidFill>
          <a:latin typeface="+mn-lt"/>
          <a:ea typeface="+mn-ea"/>
          <a:cs typeface="+mn-cs"/>
        </a:defRPr>
      </a:lvl1pPr>
      <a:lvl2pPr marL="826135" indent="-3175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–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27190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3pPr>
      <a:lvl4pPr marL="177990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–"/>
        <a:defRPr sz="2225" kern="1200">
          <a:solidFill>
            <a:schemeClr val="tx1"/>
          </a:solidFill>
          <a:latin typeface="+mn-lt"/>
          <a:ea typeface="+mn-ea"/>
          <a:cs typeface="+mn-cs"/>
        </a:defRPr>
      </a:lvl4pPr>
      <a:lvl5pPr marL="228790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»"/>
        <a:defRPr sz="2225" kern="1200">
          <a:solidFill>
            <a:schemeClr val="tx1"/>
          </a:solidFill>
          <a:latin typeface="+mn-lt"/>
          <a:ea typeface="+mn-ea"/>
          <a:cs typeface="+mn-cs"/>
        </a:defRPr>
      </a:lvl5pPr>
      <a:lvl6pPr marL="279717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2225" kern="1200">
          <a:solidFill>
            <a:schemeClr val="tx1"/>
          </a:solidFill>
          <a:latin typeface="+mn-lt"/>
          <a:ea typeface="+mn-ea"/>
          <a:cs typeface="+mn-cs"/>
        </a:defRPr>
      </a:lvl6pPr>
      <a:lvl7pPr marL="330517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2225" kern="1200">
          <a:solidFill>
            <a:schemeClr val="tx1"/>
          </a:solidFill>
          <a:latin typeface="+mn-lt"/>
          <a:ea typeface="+mn-ea"/>
          <a:cs typeface="+mn-cs"/>
        </a:defRPr>
      </a:lvl7pPr>
      <a:lvl8pPr marL="381444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2225" kern="1200">
          <a:solidFill>
            <a:schemeClr val="tx1"/>
          </a:solidFill>
          <a:latin typeface="+mn-lt"/>
          <a:ea typeface="+mn-ea"/>
          <a:cs typeface="+mn-cs"/>
        </a:defRPr>
      </a:lvl8pPr>
      <a:lvl9pPr marL="4322445" indent="-254000" algn="l" defTabSz="1017270" rtl="0" eaLnBrk="1" latinLnBrk="0" hangingPunct="1">
        <a:spcBef>
          <a:spcPct val="22000"/>
        </a:spcBef>
        <a:buFont typeface="Arial" panose="020B0604020202020204" pitchFamily="34" charset="0"/>
        <a:buChar char="•"/>
        <a:defRPr sz="22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727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27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454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54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1175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81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810" algn="l" defTabSz="101727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92447"/>
            <a:ext cx="10167938" cy="5904656"/>
          </a:xfrm>
          <a:prstGeom prst="rect">
            <a:avLst/>
          </a:prstGeom>
          <a:solidFill>
            <a:srgbClr val="000000">
              <a:alpha val="649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25"/>
          </a:p>
        </p:txBody>
      </p:sp>
      <p:sp>
        <p:nvSpPr>
          <p:cNvPr id="18" name="文本框 17"/>
          <p:cNvSpPr txBox="1"/>
          <p:nvPr/>
        </p:nvSpPr>
        <p:spPr>
          <a:xfrm>
            <a:off x="1778441" y="1800000"/>
            <a:ext cx="6611056" cy="2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200" b="1" dirty="0">
                <a:solidFill>
                  <a:schemeClr val="bg1"/>
                </a:solidFill>
                <a:latin typeface="Source Han Sans CN Bold" panose="020B0800000000000000" pitchFamily="34" charset="-122"/>
                <a:ea typeface="Source Han Sans CN Bold" panose="020B0800000000000000" pitchFamily="34" charset="-122"/>
              </a:rPr>
              <a:t>麦将爪 MahjongClaw</a:t>
            </a:r>
          </a:p>
          <a:p>
            <a:pPr algn="ctr"/>
            <a:endParaRPr lang="en-US" sz="1400" dirty="0"/>
          </a:p>
          <a:p>
            <a:pPr algn="ctr"/>
            <a:r>
              <a:rPr lang="zh-CN" altLang="en-US" sz="2600" kern="100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Soma Robotics × OpenClaw</a:t>
            </a:r>
          </a:p>
          <a:p>
            <a:pPr algn="ctr"/>
            <a:endParaRPr lang="en-US" sz="1200" dirty="0"/>
          </a:p>
          <a:p>
            <a:pPr algn="ctr"/>
            <a:r>
              <a:rPr lang="zh-CN" altLang="en-US" sz="1800" kern="100" dirty="0">
                <a:solidFill>
                  <a:srgbClr val="AAAAAA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>给 AI 一具身体，让机器人真正「在场」</a:t>
            </a: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92447"/>
            <a:ext cx="10167938" cy="5904656"/>
          </a:xfrm>
          <a:prstGeom prst="rect">
            <a:avLst/>
          </a:prstGeom>
          <a:solidFill>
            <a:srgbClr val="000000">
              <a:alpha val="649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25"/>
          </a:p>
        </p:txBody>
      </p:sp>
      <p:sp>
        <p:nvSpPr>
          <p:cNvPr id="18" name="文本框 17"/>
          <p:cNvSpPr txBox="1"/>
          <p:nvPr/>
        </p:nvSpPr>
        <p:spPr>
          <a:xfrm>
            <a:off x="1778441" y="2067793"/>
            <a:ext cx="6611056" cy="2063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Source Han Sans CN Bold" panose="020B0800000000000000" pitchFamily="34" charset="-122"/>
                <a:ea typeface="Source Han Sans CN Bold" panose="020B0800000000000000" pitchFamily="34" charset="-122"/>
              </a:rPr>
              <a:t>Agent 走出了屏幕。</a:t>
            </a:r>
          </a:p>
          <a:p>
            <a:pPr algn="ctr"/>
            <a:endParaRPr lang="en-US" altLang="zh-CN" sz="3465" dirty="0">
              <a:latin typeface="Relative" panose="02000806030000020004" pitchFamily="2" charset="0"/>
              <a:ea typeface="Source Han Sans CN Bold" panose="020B0800000000000000" pitchFamily="34" charset="-122"/>
            </a:endParaRPr>
          </a:p>
          <a:p>
            <a:pPr algn="ctr"/>
            <a:r>
              <a:rPr lang="en-US" altLang="zh-CN" sz="4400" kern="10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  <a:cs typeface="Times New Roman" panose="02020603050405020304" pitchFamily="18" charset="0"/>
              </a:rPr>
              <a:t>它抓牌。它开口。</a:t>
            </a:r>
            <a:r>
              <a:rPr lang="zh-CN" altLang="en-US" sz="4400" kern="10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  <a:cs typeface="Times New Roman" panose="02020603050405020304" pitchFamily="18" charset="0"/>
              </a:rPr>
              <a:t/>
            </a:r>
            <a:r>
              <a:rPr lang="en-US" altLang="zh-CN" sz="4400" kern="10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  <a:cs typeface="Times New Roman" panose="02020603050405020304" pitchFamily="18" charset="0"/>
              </a:rPr>
              <a:t>它在场。</a:t>
            </a:r>
            <a:endParaRPr lang="zh-CN" altLang="en-US" sz="4400" dirty="0">
              <a:latin typeface="Relative" panose="02000806030000020004" pitchFamily="2" charset="0"/>
              <a:ea typeface="Source Han Sans CN Bold" panose="020B0800000000000000" pitchFamily="34" charset="-122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AI 很聪明——但被困在屏幕后面</a:t>
            </a:r>
          </a:p>
          <a:p>
            <a:endParaRPr lang="en-US" sz="1400" dirty="0"/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💬  能说，不能动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AI 能给出绝妄的麻将策略，却无法翻一张牌、移动一枚棋子，或用任何物理方式表达「我在场」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📱  困在屏幕里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所有交互停留在数字世界。你的牌桂、你的游戏、你的空间——AI 完全触碌不到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🔧  太难上手了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让机器人响应自然语言，需要深厚的机器人专业知识，极客玩具永远只是玩具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身体 + 大脑 = 真正懂你的机器人</a:t>
            </a:r>
          </a:p>
          <a:p>
            <a:endParaRPr lang="en-US" sz="1400" dirty="0"/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🦾  身体｜机械臂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精准抓取、持握、放置麻将牌；看牌动作——回收、停顿、像在思考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将弃牌扔至牌桂正中央；点头 / 摇头 / 三连点 完整肌体语言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Python + LeRobot，完全离线运行，即插即用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🧠  大脑｜OpenClaw AI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理解自然语言指令，记住你的风格、语气与偏好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每天自动学习 1 条新麻将技巧；人格切换：礼貌版 ⇔ 梗版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— Discord 指令 → 机械臂动作，响应时间 &lt; 1 秒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一条消息，立即触发物理动作</a:t>
            </a:r>
          </a:p>
          <a:p>
            <a:endParaRPr lang="en-US" sz="1400" dirty="0"/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5 步执行链路（全程约 3 秒）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💬 Discord 输入指令  →  🧠 OpenClaw 解析决策  →  📡 Tailscale 加密路由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→  ⚙️ Orchestrator 排列场景队列  →  🦾 机械臂执行动作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Demo 演示流程</a:t>
            </a:r>
          </a:p>
          <a:p>
            <a:pPr marL="317500" indent="-317500">
              <a:buFontTx/>
              <a:buChar char="-"/>
            </a:pPr>
            <a:r>
              <a:rPr lang="en-US" altLang="zh-CN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&gt; /play mahjong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→ 机械臂伸出 → 抓取牌 → 停顿「思考」 → 前倾查看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→ TTS：「我要验牌——I challenge! Let the record show...」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→ 场景完成，耗时 ~3.2s｜连续 10 次成功率 ≥ 80%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[ 此处插入系统架构图 ]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一句话指令，机械臂秒级响应</a:t>
            </a:r>
          </a:p>
          <a:p>
            <a:endParaRPr lang="en-US" sz="1400" dirty="0"/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[ 此处插入 Discord UI 截图 ]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建议：Discord 对话界面截图 + /status 指令返回结果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[ 此处插入 UI 操作视频 ]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建议：嵌入 Loom 或 YouTube 演示链接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🎭  人格切换｜/style polite → 礼貌模式  /style meme → 梗王模式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📊  实时可观测｜/status 返回耗时 / 成功率 / 错误码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🛑  安全兄底｜/estop 紧急停止，响应时间 &lt; 200ms，随时可控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模块化设计，人人都能 Fork</a:t>
            </a:r>
          </a:p>
          <a:p>
            <a:endParaRPr lang="en-US" sz="1400" dirty="0"/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[ 此处插入详细架构图 ]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Discord → OpenClaw EC2 → Tailscale → Mac Orchestrator → 机械臂</a:t>
            </a:r>
          </a:p>
          <a:p>
            <a:endParaRPr lang="en-US" sz="1400" dirty="0"/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🌐  Discord 用户界面｜指令入口：/play · /style · /status · /estop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🧠  OpenClaw 大脑 · AWS EC2｜LLM 编排 · 记忆模块 · 风格引擎 · Discord Skill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🔗  Tailscale 私有网络｜EC2 ⇔ Mac 主机 · 端到端加密 · 零配置 VPN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⚙️  Orchestrator · Mac 主机｜Python · 场景队列 · /run_scene API · 错误码</a:t>
            </a:r>
          </a:p>
          <a:p>
            <a:pPr marL="317500" indent="-317500">
              <a:buFontTx/>
              <a:buChar char="-"/>
            </a:pPr>
            <a:r>
              <a:rPr lang="zh-CN" altLang="en-US" sz="178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🦾  机械臂 + TTS · 离线运行｜LeRobot · 本地 TTS · 实时舝机控制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商业模式：三条可持续收入路径</a:t>
            </a:r>
          </a:p>
          <a:p>
            <a:endParaRPr lang="en-US" sz="1000" dirty="0"/>
          </a:p>
          <a:p>
            <a:endParaRPr lang="en-US" sz="9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📦  硬件托管 + 订阅（核心）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超市、养老院、企业展台按月订阅「马就播」套餐：机械臂 + OpenClaw 全栈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预期客单单价 ¥980/月 · 首年目标 50 家客户 · 年收入 ¥588,000</a:t>
            </a:r>
          </a:p>
          <a:p>
            <a:endParaRPr lang="en-US" sz="8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🧠  OpenClaw API 授权（长期利润）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按调用次收费；任何品牌机器人接入 OpenClaw 即拥有「懂你的 AI」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形成平台粘性：模型越用越聪，进一步锁定客户选择</a:t>
            </a:r>
          </a:p>
          <a:p>
            <a:endParaRPr lang="en-US" sz="8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41DFBC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🏭  企业定制集成（高客单项）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针对工厂、医疗康复、教育场景定制开发 · 单项目单价 ¥50,000+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/>
          <p:nvPr/>
        </p:nvSpPr>
        <p:spPr>
          <a:xfrm>
            <a:off x="380000" y="950000"/>
            <a:ext cx="94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FFFF"/>
                </a:solidFill>
                <a:highlight>
                  <a:srgbClr val="41DFBC"/>
                </a:highlight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市场规模与可持续价值</a:t>
            </a:r>
          </a:p>
          <a:p>
            <a:endParaRPr lang="en-US" sz="1000" dirty="0"/>
          </a:p>
          <a:p>
            <a:endParaRPr lang="en-US" sz="9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📊  市场机会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全球协作机器人市场 2024 年 $73亿，2030 年预计超 $218亿，CAGR 20%+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中国智能养老市场 2025 年预计达 5,000 亿元，刷新需求尚无有效解决方案</a:t>
            </a:r>
          </a:p>
          <a:p>
            <a:endParaRPr lang="en-US" sz="8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🛣️  三阶段路线图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《0–12月》 马将场景验证闭环，招彟 3–5 家首批客户，跟踪商业指标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《1–2年》 开放 OpenClaw API，拓展至养老、康复、教育、工厂进行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《2–3年》 构建开放平台，形成「机器人大脑 OS」技术壁垒</a:t>
            </a:r>
          </a:p>
          <a:p>
            <a:endParaRPr lang="en-US" sz="800" dirty="0"/>
          </a:p>
          <a:p>
            <a:pPr marL="317500" indent="-317500">
              <a:buFontTx/>
              <a:buChar char="-"/>
            </a:pPr>
            <a:r>
              <a:rPr lang="zh-CN" altLang="en-US" sz="1720" b="1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🎯  数据飞轮效应（核心壁垒）</a:t>
            </a:r>
          </a:p>
          <a:p>
            <a:pPr marL="317500" indent="-317500">
              <a:buFontTx/>
              <a:buChar char="-"/>
            </a:pPr>
            <a:r>
              <a:rPr lang="zh-CN" altLang="en-US" sz="1720" dirty="0">
                <a:solidFill>
                  <a:srgbClr val="FFFFFF"/>
                </a:solidFill>
                <a:latin typeface="Source Han Sans CN Medium" panose="020B0600000000000000" pitchFamily="34" charset="-122"/>
                <a:ea typeface="Source Han Sans CN Medium" panose="020B0600000000000000" pitchFamily="34" charset="-122"/>
              </a:rPr>
              <a:t xml:space="preserve">    客户越多 → 使用数据越丰富 → OpenClaw 越聪 → 情感粘性越强，幢襟加深</a:t>
            </a:r>
          </a:p>
        </p:txBody>
      </p:sp>
      <p:pic>
        <p:nvPicPr>
          <p:cNvPr id="2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" y="-92710"/>
            <a:ext cx="3060700" cy="1153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474b205-a546-48a4-9a24-ca4671e854fe"/>
  <p:tag name="COMMONDATA" val="eyJoZGlkIjoiMjM2YWM2YjYyYjRhMzQ3MDg0ZjY4MjU5OTg5MjY1NG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5E40D6B54D72845B944E9E4821E88E4" ma:contentTypeVersion="19" ma:contentTypeDescription="新建文档。" ma:contentTypeScope="" ma:versionID="c7ef50d4851f9c258375b33242fc854e">
  <xsd:schema xmlns:xsd="http://www.w3.org/2001/XMLSchema" xmlns:xs="http://www.w3.org/2001/XMLSchema" xmlns:p="http://schemas.microsoft.com/office/2006/metadata/properties" xmlns:ns2="1ca2afeb-11c1-4115-bf84-c0fd9f81a906" xmlns:ns3="ecc624b7-925f-4c57-ac62-e5b9656fa3b6" targetNamespace="http://schemas.microsoft.com/office/2006/metadata/properties" ma:root="true" ma:fieldsID="fbd17cc1412baf509fa94fb1fe531cdd" ns2:_="" ns3:_="">
    <xsd:import namespace="1ca2afeb-11c1-4115-bf84-c0fd9f81a906"/>
    <xsd:import namespace="ecc624b7-925f-4c57-ac62-e5b9656fa3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2afeb-11c1-4115-bf84-c0fd9f81a9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图像标记" ma:readOnly="false" ma:fieldId="{5cf76f15-5ced-4ddc-b409-7134ff3c332f}" ma:taxonomyMulti="true" ma:sspId="6b724271-92d9-439b-9b23-d47f6c865c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c624b7-925f-4c57-ac62-e5b9656fa3b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6582d75-f623-4546-8041-68026cba5c5c}" ma:internalName="TaxCatchAll" ma:showField="CatchAllData" ma:web="ecc624b7-925f-4c57-ac62-e5b9656fa3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a2afeb-11c1-4115-bf84-c0fd9f81a906">
      <Terms xmlns="http://schemas.microsoft.com/office/infopath/2007/PartnerControls"/>
    </lcf76f155ced4ddcb4097134ff3c332f>
    <TaxCatchAll xmlns="ecc624b7-925f-4c57-ac62-e5b9656fa3b6" xsi:nil="true"/>
  </documentManagement>
</p:properties>
</file>

<file path=customXml/itemProps1.xml><?xml version="1.0" encoding="utf-8"?>
<ds:datastoreItem xmlns:ds="http://schemas.openxmlformats.org/officeDocument/2006/customXml" ds:itemID="{D969AFF3-4382-404B-8822-2B5F9D176ED8}">
  <ds:schemaRefs/>
</ds:datastoreItem>
</file>

<file path=customXml/itemProps2.xml><?xml version="1.0" encoding="utf-8"?>
<ds:datastoreItem xmlns:ds="http://schemas.openxmlformats.org/officeDocument/2006/customXml" ds:itemID="{82539079-463C-4AAB-A693-5D70424F7599}">
  <ds:schemaRefs/>
</ds:datastoreItem>
</file>

<file path=customXml/itemProps3.xml><?xml version="1.0" encoding="utf-8"?>
<ds:datastoreItem xmlns:ds="http://schemas.openxmlformats.org/officeDocument/2006/customXml" ds:itemID="{55009262-8ACF-43E8-BB31-A98C1A03BA0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255</Words>
  <Application>Microsoft Office PowerPoint</Application>
  <PresentationFormat>自定义</PresentationFormat>
  <Paragraphs>28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Source Han Sans CN Bold</vt:lpstr>
      <vt:lpstr>Source Han Sans CN Medium</vt:lpstr>
      <vt:lpstr>Aptos</vt:lpstr>
      <vt:lpstr>Aptos Display</vt:lpstr>
      <vt:lpstr>Arial</vt:lpstr>
      <vt:lpstr>Calibri</vt:lpstr>
      <vt:lpstr>Calibri Light</vt:lpstr>
      <vt:lpstr>Relative</vt:lpstr>
      <vt:lpstr>自定义设计方案</vt:lpstr>
      <vt:lpstr>Office 2013 - 2022 主题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木工开放日  赞助商</dc:title>
  <dc:creator>think</dc:creator>
  <cp:lastModifiedBy>Tara TAO</cp:lastModifiedBy>
  <cp:revision>53</cp:revision>
  <dcterms:created xsi:type="dcterms:W3CDTF">2023-07-02T06:35:00Z</dcterms:created>
  <dcterms:modified xsi:type="dcterms:W3CDTF">2026-02-28T02:52:20Z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656B039BB96145F2A272950FE561713F_12</vt:lpwstr>
  </property>
  <property fmtid="{D5CDD505-2E9C-101B-9397-08002B2CF9AE}" pid="3" name="KSOProductBuildVer">
    <vt:lpwstr>2052-12.1.0.24657</vt:lpwstr>
  </property>
  <property fmtid="{D5CDD505-2E9C-101B-9397-08002B2CF9AE}" pid="4" name="MSIP_Label_632b8976-9c4b-407f-898c-6494d3c0ef3f_Enabled">
    <vt:lpwstr>true</vt:lpwstr>
  </property>
  <property fmtid="{D5CDD505-2E9C-101B-9397-08002B2CF9AE}" pid="5" name="MSIP_Label_632b8976-9c4b-407f-898c-6494d3c0ef3f_SetDate">
    <vt:lpwstr>2023-07-05T04:56:09Z</vt:lpwstr>
  </property>
  <property fmtid="{D5CDD505-2E9C-101B-9397-08002B2CF9AE}" pid="6" name="MSIP_Label_632b8976-9c4b-407f-898c-6494d3c0ef3f_Method">
    <vt:lpwstr>Standard</vt:lpwstr>
  </property>
  <property fmtid="{D5CDD505-2E9C-101B-9397-08002B2CF9AE}" pid="7" name="MSIP_Label_632b8976-9c4b-407f-898c-6494d3c0ef3f_Name">
    <vt:lpwstr>Traceable</vt:lpwstr>
  </property>
  <property fmtid="{D5CDD505-2E9C-101B-9397-08002B2CF9AE}" pid="8" name="MSIP_Label_632b8976-9c4b-407f-898c-6494d3c0ef3f_SiteId">
    <vt:lpwstr>7cb165da-28fb-4581-bf4a-2bf7d4350517</vt:lpwstr>
  </property>
  <property fmtid="{D5CDD505-2E9C-101B-9397-08002B2CF9AE}" pid="9" name="MSIP_Label_632b8976-9c4b-407f-898c-6494d3c0ef3f_ActionId">
    <vt:lpwstr>ce4f6698-205c-430f-a3ab-5dc7fc5c0489</vt:lpwstr>
  </property>
  <property fmtid="{D5CDD505-2E9C-101B-9397-08002B2CF9AE}" pid="10" name="MSIP_Label_632b8976-9c4b-407f-898c-6494d3c0ef3f_ContentBits">
    <vt:lpwstr>0</vt:lpwstr>
  </property>
  <property fmtid="{D5CDD505-2E9C-101B-9397-08002B2CF9AE}" pid="11" name="ContentTypeId">
    <vt:lpwstr>0x010100F5E40D6B54D72845B944E9E4821E88E4</vt:lpwstr>
  </property>
  <property fmtid="{D5CDD505-2E9C-101B-9397-08002B2CF9AE}" pid="12" name="MediaServiceImageTags">
    <vt:lpwstr/>
  </property>
</Properties>
</file>